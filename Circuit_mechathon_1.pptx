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8" r:id="rId2"/>
    <p:sldId id="259" r:id="rId3"/>
    <p:sldId id="261" r:id="rId4"/>
    <p:sldId id="262" r:id="rId5"/>
    <p:sldId id="263" r:id="rId6"/>
    <p:sldId id="264" r:id="rId7"/>
    <p:sldId id="265" r:id="rId8"/>
    <p:sldId id="273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E85905-B368-9D8B-890F-C6B66B8845F2}"/>
              </a:ext>
            </a:extLst>
          </p:cNvPr>
          <p:cNvSpPr txBox="1"/>
          <p:nvPr/>
        </p:nvSpPr>
        <p:spPr>
          <a:xfrm>
            <a:off x="1248697" y="359151"/>
            <a:ext cx="100485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Hydro-Smart</a:t>
            </a:r>
            <a:br>
              <a:rPr lang="en-US" sz="3600" dirty="0"/>
            </a:br>
            <a:r>
              <a:rPr lang="en-US" sz="2800" dirty="0"/>
              <a:t>Automated Water-Efficient &amp; Odor-Controlled Lavatory System</a:t>
            </a:r>
            <a:br>
              <a:rPr lang="en-US" sz="3600" dirty="0"/>
            </a:br>
            <a:r>
              <a:rPr lang="en-US" sz="3600" dirty="0"/>
              <a:t>    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F09FB-7C0B-BEAF-9605-4464A0B3FF12}"/>
              </a:ext>
            </a:extLst>
          </p:cNvPr>
          <p:cNvSpPr txBox="1"/>
          <p:nvPr/>
        </p:nvSpPr>
        <p:spPr>
          <a:xfrm>
            <a:off x="1582992" y="2913696"/>
            <a:ext cx="8829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Team Members &amp; Roles</a:t>
            </a:r>
            <a:r>
              <a:rPr lang="en-US" sz="2000" dirty="0"/>
              <a:t>         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E1D87-94D5-F402-F210-10A64C38DFEF}"/>
              </a:ext>
            </a:extLst>
          </p:cNvPr>
          <p:cNvSpPr txBox="1"/>
          <p:nvPr/>
        </p:nvSpPr>
        <p:spPr>
          <a:xfrm>
            <a:off x="3097162" y="2159422"/>
            <a:ext cx="5801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Presented by: Team TEChBOT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3A8F1-9E1A-7D4E-76C1-876F9DFC7DF3}"/>
              </a:ext>
            </a:extLst>
          </p:cNvPr>
          <p:cNvSpPr txBox="1"/>
          <p:nvPr/>
        </p:nvSpPr>
        <p:spPr>
          <a:xfrm>
            <a:off x="1681315" y="3386627"/>
            <a:ext cx="3687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&gt; Gautam saw (team leader)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C926BB-DA8A-D86D-1867-FB1170BC7348}"/>
              </a:ext>
            </a:extLst>
          </p:cNvPr>
          <p:cNvSpPr txBox="1"/>
          <p:nvPr/>
        </p:nvSpPr>
        <p:spPr>
          <a:xfrm>
            <a:off x="1681315" y="3768390"/>
            <a:ext cx="3785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Rounded MT Bold" panose="020F0704030504030204" pitchFamily="34" charset="0"/>
              </a:rPr>
              <a:t>IoT &amp; Embedded Systems Developer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A60F9-A8C8-5285-402F-93D456F1FE64}"/>
              </a:ext>
            </a:extLst>
          </p:cNvPr>
          <p:cNvSpPr txBox="1"/>
          <p:nvPr/>
        </p:nvSpPr>
        <p:spPr>
          <a:xfrm>
            <a:off x="1668719" y="4068938"/>
            <a:ext cx="2856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&gt;Shyamdev Prasad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E56E8-64E7-ABC7-9F68-E635C757CA78}"/>
              </a:ext>
            </a:extLst>
          </p:cNvPr>
          <p:cNvSpPr txBox="1"/>
          <p:nvPr/>
        </p:nvSpPr>
        <p:spPr>
          <a:xfrm>
            <a:off x="1582992" y="4427249"/>
            <a:ext cx="3490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Rounded MT Bold" panose="020F0704030504030204" pitchFamily="34" charset="0"/>
              </a:rPr>
              <a:t>Mechanical Design &amp; Assembly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6F394E-9635-63B9-0005-1E78613636D3}"/>
              </a:ext>
            </a:extLst>
          </p:cNvPr>
          <p:cNvSpPr txBox="1"/>
          <p:nvPr/>
        </p:nvSpPr>
        <p:spPr>
          <a:xfrm>
            <a:off x="1582992" y="5320881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Contact Details: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B9B54E-6FA7-61F1-AEB0-21B06F92FFCB}"/>
              </a:ext>
            </a:extLst>
          </p:cNvPr>
          <p:cNvSpPr txBox="1"/>
          <p:nvPr/>
        </p:nvSpPr>
        <p:spPr>
          <a:xfrm>
            <a:off x="1582992" y="5690078"/>
            <a:ext cx="5171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400" dirty="0">
                <a:latin typeface="Arial Rounded MT Bold" panose="020F0704030504030204" pitchFamily="34" charset="0"/>
              </a:rPr>
              <a:t>Gautam2020electronic@gmail.com📞 9334053907</a:t>
            </a:r>
            <a:endParaRPr lang="en-IN" sz="1400" dirty="0">
              <a:latin typeface="Arial Rounded MT Bold" panose="020F07040305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9890CE-B61F-DF82-4141-12BC63316342}"/>
              </a:ext>
            </a:extLst>
          </p:cNvPr>
          <p:cNvSpPr txBox="1"/>
          <p:nvPr/>
        </p:nvSpPr>
        <p:spPr>
          <a:xfrm>
            <a:off x="1632151" y="5999069"/>
            <a:ext cx="4463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Rounded MT Bold" panose="020F0704030504030204" pitchFamily="34" charset="0"/>
              </a:rPr>
              <a:t>Shyamdev9936@gmail.com📞 8340759513</a:t>
            </a:r>
          </a:p>
        </p:txBody>
      </p:sp>
    </p:spTree>
    <p:extLst>
      <p:ext uri="{BB962C8B-B14F-4D97-AF65-F5344CB8AC3E}">
        <p14:creationId xmlns:p14="http://schemas.microsoft.com/office/powerpoint/2010/main" val="1810418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D729-7EC4-E97B-D771-B222634D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</a:t>
            </a:r>
            <a:r>
              <a:rPr lang="en-IN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CB387-D6C0-6DD9-687F-41212A3B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Water scarcity is a major global challenge                                Public washrooms waste a large amount of water                 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Odor and hygiene issues are common                                            Manual systems lack efficiency and monitoring         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r>
              <a:rPr lang="en-US" dirty="0">
                <a:latin typeface="Arial Rounded MT Bold" panose="020F0704030504030204" pitchFamily="34" charset="0"/>
              </a:rPr>
              <a:t>Hydro-Smart provides a smart and sustainable solution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259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6706F-411E-25AE-0110-5B63378A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  <a:r>
              <a:rPr lang="en-IN"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63D0-E4D0-FC5B-DDB7-29E969E36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Excessive water consumption                                                       </a:t>
            </a:r>
          </a:p>
          <a:p>
            <a:r>
              <a:rPr lang="en-US" dirty="0"/>
              <a:t>Unpleasant odor in washrooms                                                              </a:t>
            </a:r>
          </a:p>
          <a:p>
            <a:r>
              <a:rPr lang="en-US" dirty="0"/>
              <a:t>Poor hygiene due to manual operation</a:t>
            </a:r>
          </a:p>
          <a:p>
            <a:r>
              <a:rPr lang="en-US" dirty="0"/>
              <a:t>No smart monitoring or maintenance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74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AB58-EF18-0330-A361-A1E34F55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</a:t>
            </a:r>
            <a:r>
              <a:rPr lang="en-IN" dirty="0">
                <a:latin typeface="Algerian" panose="04020705040A02060702" pitchFamily="82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9C1B-71DE-E181-516A-CF9BD33E7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Hydro-Smart System</a:t>
            </a:r>
          </a:p>
          <a:p>
            <a:r>
              <a:rPr lang="en-US" dirty="0"/>
              <a:t>Fully automated lavatory system</a:t>
            </a:r>
          </a:p>
          <a:p>
            <a:r>
              <a:rPr lang="en-US" dirty="0"/>
              <a:t>Sensor-based water management</a:t>
            </a:r>
          </a:p>
          <a:p>
            <a:r>
              <a:rPr lang="en-US" dirty="0"/>
              <a:t>Smart odor detection and control</a:t>
            </a:r>
          </a:p>
          <a:p>
            <a:r>
              <a:rPr lang="en-US" dirty="0"/>
              <a:t>Touch-free and hygienic operation</a:t>
            </a:r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395E2D6-0B5F-6B1D-2EFE-2851EB2C6F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A978E-D980-DC99-56D2-6ED8013B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515" y="1868128"/>
            <a:ext cx="419678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074EB-ACBD-6567-5BF1-FA52B5040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</a:t>
            </a:r>
            <a:r>
              <a:rPr lang="en-IN" dirty="0">
                <a:latin typeface="Algerian" panose="04020705040A02060702" pitchFamily="82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D4435-48BD-E81C-2742-7C6C84BD8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124627" cy="3541714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/>
              <a:t>Block Diagram Overview</a:t>
            </a:r>
          </a:p>
          <a:p>
            <a:pPr marL="0" indent="0">
              <a:buNone/>
            </a:pPr>
            <a:r>
              <a:rPr lang="en-IN" dirty="0"/>
              <a:t>Motion Sensor → Control Unit → Smart Flush → Water Valve</a:t>
            </a:r>
          </a:p>
          <a:p>
            <a:pPr marL="0" indent="0">
              <a:buNone/>
            </a:pPr>
            <a:r>
              <a:rPr lang="en-IN" dirty="0"/>
              <a:t>Odor/Gas Sensor → Control Unit → Exhaust Fan &amp; Deodorizer Control Unit → Mobile App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7057F-75A3-7CF9-8AE3-A99C80993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903788" y="1611738"/>
            <a:ext cx="3031032" cy="430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19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C64A-2E8B-B5C0-187B-0B04F950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</a:t>
            </a:r>
            <a:r>
              <a:rPr lang="en-IN" dirty="0">
                <a:latin typeface="Algerian" panose="04020705040A02060702" pitchFamily="82" charset="0"/>
              </a:rPr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9DD0-798B-55E1-0D71-29D5ED725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enters the washroom</a:t>
            </a:r>
          </a:p>
          <a:p>
            <a:r>
              <a:rPr lang="en-IN" dirty="0"/>
              <a:t>Motion sensor detects presence</a:t>
            </a:r>
          </a:p>
          <a:p>
            <a:r>
              <a:rPr lang="en-IN" dirty="0"/>
              <a:t>Control unit activates smart flush</a:t>
            </a:r>
          </a:p>
          <a:p>
            <a:r>
              <a:rPr lang="en-IN" dirty="0"/>
              <a:t>Odor sensor monitors air quality</a:t>
            </a:r>
          </a:p>
          <a:p>
            <a:r>
              <a:rPr lang="en-IN" dirty="0"/>
              <a:t>Exhaust fan turns ON automatically</a:t>
            </a:r>
          </a:p>
          <a:p>
            <a:r>
              <a:rPr lang="en-IN" dirty="0"/>
              <a:t>System resets after use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1B93D1-E736-FAD5-61CE-6269A91E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062" y="2097088"/>
            <a:ext cx="4455602" cy="346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C575-F02D-4C86-BF6F-C05860AD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          Key Features &amp;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B57BC-4EF6-671F-938D-C170E24CE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9905998" cy="35417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dirty="0"/>
              <a:t>key Features</a:t>
            </a:r>
          </a:p>
          <a:p>
            <a:r>
              <a:rPr lang="en-IN" dirty="0"/>
              <a:t>Smart water management </a:t>
            </a:r>
          </a:p>
          <a:p>
            <a:r>
              <a:rPr lang="en-IN" dirty="0"/>
              <a:t>Automatic odor control</a:t>
            </a:r>
          </a:p>
          <a:p>
            <a:r>
              <a:rPr lang="en-IN" dirty="0"/>
              <a:t>Touch-free and hygienic operation</a:t>
            </a:r>
          </a:p>
          <a:p>
            <a:r>
              <a:rPr lang="en-IN" dirty="0"/>
              <a:t>IoT-enabled monitoring  &amp; Low maintenance</a:t>
            </a:r>
          </a:p>
          <a:p>
            <a:pPr marL="0" indent="0">
              <a:buNone/>
            </a:pPr>
            <a:r>
              <a:rPr lang="en-IN" sz="2800" dirty="0"/>
              <a:t>Applications</a:t>
            </a:r>
          </a:p>
          <a:p>
            <a:pPr marL="0" indent="0">
              <a:buNone/>
            </a:pPr>
            <a:r>
              <a:rPr lang="en-IN" dirty="0"/>
              <a:t>Schools &amp; Colleges ,Offices &amp; Corporate Buildings</a:t>
            </a:r>
          </a:p>
          <a:p>
            <a:pPr marL="0" indent="0">
              <a:buNone/>
            </a:pPr>
            <a:r>
              <a:rPr lang="en-IN" dirty="0"/>
              <a:t>Hospitals ,Shopping Malls Airports &amp; Railway Stations also Public Toilets</a:t>
            </a:r>
          </a:p>
        </p:txBody>
      </p:sp>
    </p:spTree>
    <p:extLst>
      <p:ext uri="{BB962C8B-B14F-4D97-AF65-F5344CB8AC3E}">
        <p14:creationId xmlns:p14="http://schemas.microsoft.com/office/powerpoint/2010/main" val="344888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982F-7364-A771-FB2B-940A1396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6D29-8616-BD40-7F8C-ACEF8FA2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b="1" dirty="0"/>
              <a:t> </a:t>
            </a:r>
            <a:r>
              <a:rPr lang="en-US" sz="4000" b="1" dirty="0">
                <a:latin typeface="Algerian" panose="04020705040A02060702" pitchFamily="82" charset="0"/>
              </a:rPr>
              <a:t>Existing Smart Toilets vs  Hydro-Smart</a:t>
            </a:r>
            <a:br>
              <a:rPr lang="en-US" sz="4000" b="1" dirty="0">
                <a:latin typeface="Algerian" panose="04020705040A02060702" pitchFamily="82" charset="0"/>
              </a:rPr>
            </a:b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C7B74-2DB3-F503-819E-7F1F86A2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729688"/>
          </a:xfrm>
        </p:spPr>
        <p:txBody>
          <a:bodyPr>
            <a:norm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Existing smart  toilets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3F6C4-627A-DC86-B7A9-F3EE8FEBB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2427" y="2407852"/>
            <a:ext cx="4649783" cy="502496"/>
          </a:xfrm>
        </p:spPr>
        <p:txBody>
          <a:bodyPr>
            <a:norm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Hydro-smart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F8C97-8E82-5E5E-AF3E-5AA230B1E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3024236"/>
            <a:ext cx="4875210" cy="271780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Fully automated water &amp; odor control system</a:t>
            </a:r>
          </a:p>
          <a:p>
            <a:r>
              <a:rPr lang="en-US" dirty="0"/>
              <a:t>Automatic odor detection using gas sensors</a:t>
            </a:r>
          </a:p>
          <a:p>
            <a:r>
              <a:rPr lang="en-US" dirty="0"/>
              <a:t>Low cost, low maintenance (≈ ₹1 per use)</a:t>
            </a:r>
          </a:p>
          <a:p>
            <a:r>
              <a:rPr lang="en-IN" dirty="0"/>
              <a:t>IoT-enabled monitoring &amp; alerts</a:t>
            </a:r>
          </a:p>
          <a:p>
            <a:r>
              <a:rPr lang="en-US" dirty="0"/>
              <a:t>Ideal for public toilets &amp; smart cities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02B0D3-AB79-7E04-EB38-D14CCCB154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Limited automation (auto flush, sensor tap)</a:t>
            </a:r>
          </a:p>
          <a:p>
            <a:r>
              <a:rPr lang="en-US" dirty="0"/>
              <a:t>Fixed water usage per flush</a:t>
            </a:r>
          </a:p>
          <a:p>
            <a:r>
              <a:rPr lang="en-US" dirty="0"/>
              <a:t>Basic or manual odor control</a:t>
            </a:r>
          </a:p>
          <a:p>
            <a:r>
              <a:rPr lang="en-IN" dirty="0"/>
              <a:t>high cost &amp; complex maintenance</a:t>
            </a:r>
          </a:p>
          <a:p>
            <a:r>
              <a:rPr lang="en-IN" dirty="0"/>
              <a:t>No real-time monitoring</a:t>
            </a:r>
          </a:p>
          <a:p>
            <a:r>
              <a:rPr lang="en-US" dirty="0"/>
              <a:t>Not suitable for mass public use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82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B9BE-B4D6-9A3A-1BD8-181B0A47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6825"/>
            <a:ext cx="9905998" cy="147857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Future Scope (Advanced Features)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3184-9866-1869-C218-2F878526F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760" y="1658682"/>
            <a:ext cx="9905999" cy="4548605"/>
          </a:xfrm>
        </p:spPr>
        <p:txBody>
          <a:bodyPr>
            <a:normAutofit/>
          </a:bodyPr>
          <a:lstStyle/>
          <a:p>
            <a:r>
              <a:rPr lang="en-IN" dirty="0"/>
              <a:t>Integration with government sanitation                                                projects for Swachh Bharat Mission &amp; Smart City initiatives</a:t>
            </a:r>
          </a:p>
          <a:p>
            <a:r>
              <a:rPr lang="en-US" dirty="0"/>
              <a:t>Hydro-Smart is a smart, sustainable, and cost-effective sanitation system that reduces water wastage, improves hygiene, and enhances user experience in public and private washrooms. Making it suitable for smart cities and public sanitation.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</a:p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8811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{48AE2FA0-225D-4598-BAC9-03FB55B77E1B}TF6d5feb1e-e145-43f1-b745-cb4b54c5ee975d365c52-ce22229b0e48</Template>
  <TotalTime>337</TotalTime>
  <Words>384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Tw Cen MT</vt:lpstr>
      <vt:lpstr>Circuit</vt:lpstr>
      <vt:lpstr>PowerPoint Presentation</vt:lpstr>
      <vt:lpstr>                          introduction</vt:lpstr>
      <vt:lpstr>                        Problem Statement</vt:lpstr>
      <vt:lpstr>                    Proposed Solution</vt:lpstr>
      <vt:lpstr>                System Architecture</vt:lpstr>
      <vt:lpstr>                     Working Principle</vt:lpstr>
      <vt:lpstr>          Key Features &amp; Applications</vt:lpstr>
      <vt:lpstr>   Existing Smart Toilets vs  Hydro-Smart </vt:lpstr>
      <vt:lpstr>Future Scope (Advanced Features)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gautam2020electronic@gmail.com</dc:creator>
  <cp:lastModifiedBy>gautam2020electronic@gmail.com</cp:lastModifiedBy>
  <cp:revision>3</cp:revision>
  <dcterms:created xsi:type="dcterms:W3CDTF">2026-01-29T21:38:14Z</dcterms:created>
  <dcterms:modified xsi:type="dcterms:W3CDTF">2026-01-30T05:18:21Z</dcterms:modified>
</cp:coreProperties>
</file>